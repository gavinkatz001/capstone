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BM Plex Sans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Arial Narr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ArialNarrow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-bold.fntdata"/><Relationship Id="rId26" Type="http://schemas.openxmlformats.org/officeDocument/2006/relationships/font" Target="fonts/ArialNarrow-italic.fntdata"/><Relationship Id="rId25" Type="http://schemas.openxmlformats.org/officeDocument/2006/relationships/font" Target="fonts/ArialNarrow-bold.fntdata"/><Relationship Id="rId27" Type="http://schemas.openxmlformats.org/officeDocument/2006/relationships/font" Target="fonts/ArialNarr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BMPlexSans-regular.fntdata"/><Relationship Id="rId11" Type="http://schemas.openxmlformats.org/officeDocument/2006/relationships/font" Target="fonts/IBMPlexSans-boldItalic.fntdata"/><Relationship Id="rId10" Type="http://schemas.openxmlformats.org/officeDocument/2006/relationships/font" Target="fonts/IBMPlexSans-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77a58c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877a58c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877a58c8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877a58c8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anada.ca/en/public-health/services/reports-publications/health-promotion-chronic-disease-prevention-canada-research-policy-practice/vol-44-no-11-12-2024/temporal-trends-characteristics-fall-related-deaths-hospitalizations-emergency-department-visits-older-adults-canad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098700" y="237125"/>
            <a:ext cx="79899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61" u="sng">
                <a:latin typeface="Arial Narrow"/>
                <a:ea typeface="Arial Narrow"/>
                <a:cs typeface="Arial Narrow"/>
                <a:sym typeface="Arial Narrow"/>
              </a:rPr>
              <a:t>Needs Statement:</a:t>
            </a:r>
            <a:r>
              <a:rPr b="1" lang="en-GB" sz="1661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1" sz="1661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38">
                <a:latin typeface="Arial"/>
                <a:ea typeface="Arial"/>
                <a:cs typeface="Arial"/>
                <a:sym typeface="Arial"/>
              </a:rPr>
              <a:t>A way to reduce time-to-assist for unwitnessed falls for elderly individuals living in long term care homes that reduces the severity of adverse events and maximizes post-incident recovery outcomes </a:t>
            </a:r>
            <a:endParaRPr b="1" sz="143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203725" y="1428725"/>
            <a:ext cx="1509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Background Information: 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718013" y="2587575"/>
            <a:ext cx="3828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Residents: fear,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embarrassment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privacy concern, faster discovery [4] [5]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PSW/nurses: unwitnessed events, alarm fatigue, SOS triaging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ineffectiveness [5]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285800" y="2587563"/>
            <a:ext cx="13449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Stakeholder Insights: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740175" y="1350000"/>
            <a:ext cx="35679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Falls are the leading cause of injury hospitalizations and injury deaths among adults ≥65 [1]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Lighting is often below recommendations in resident rooms and especially bathrooms; lower lighting correlates with higher fall rates [2] [3]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lighting correlates with higher fall rates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444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LTC residents experience high annual fall incidence in nursing home</a:t>
            </a:r>
            <a:r>
              <a:rPr lang="en-GB" sz="7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</a:t>
            </a:r>
            <a:endParaRPr sz="7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76525" y="3301950"/>
            <a:ext cx="17634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Competitor Analysis Trends:</a:t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1740175" y="3301950"/>
            <a:ext cx="22563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False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Positives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[6] 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Cost [6] 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Poor Ergonomics [7]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Privacy Concern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Ineffective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certain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environments [7]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650" y="1294613"/>
            <a:ext cx="31051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 title="Gemini_Generated_Image_ebp4wpebp4wpebp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3650" y="2911313"/>
            <a:ext cx="3105151" cy="1440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1201500" y="229175"/>
            <a:ext cx="20538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1201500" y="779250"/>
            <a:ext cx="7046400" cy="3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[1]</a:t>
            </a:r>
            <a:r>
              <a:rPr lang="en-GB" sz="1050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https://www.canada.ca/en/public-health/services/reports-publications/health-promotion-chronic-disease-prevention-canada-research-policy-practice/vol-44-no-11-12-2024/temporal-trends-characteristics-fall-related-deaths-hospitalizations-emergency-department-visits-older-adults-canada.html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J. Kubitza, I. T. Schneider, and B. Reuschenbach, “Concept of the term long lie: A scoping review,” European review of aging and physical activity : official journal of the European Group for Research into Elderly and Physical Activity, https://pmc.ncbi.nlm.nih.gov/articles/PMC10463813/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Emad Y;Neef SP;Taylor L;Kerse N;Cavadino A;Moyes SA;Comber K;Wu XS;Molloy J;Bacon CJ;, “Shedding light on falls: The effect of lighting levels on fall risk in long-term residential care facilities,” Journal of applied gerontology : the official journal of the Southern Gerontological Society, https://pubmed.ncbi.nlm.nih.gov/39626350/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Guidelines for the use of Video Surveillance October 2015, https://www.ipc.on.ca/sites/default/files/legacy/Resources/2015_Guidelines_Surveillance.pdf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M. Takase, “Falls as the result of interplay between nurses, patient and the environment: Using text-mining to uncover how and why falls happen,” International journal of nursing sciences, https://pmc.ncbi.nlm.nih.gov/articles/PMC9969063/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[6 ]Conversation with stakeholder (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elderly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 fall risk individuals)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[7] Conversation with stakeholder (personal support workers and nurses at Long Term Care homes)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